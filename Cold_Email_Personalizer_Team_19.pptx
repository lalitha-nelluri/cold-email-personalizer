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COLD EMAIL PERSONALIZER</a:t>
            </a:r>
          </a:p>
          <a:p>
            <a:pPr>
              <a:defRPr sz="2800">
                <a:solidFill>
                  <a:srgbClr val="BEDCFF"/>
                </a:solidFill>
              </a:defRPr>
            </a:pPr>
            <a:r>
              <a:t>From Prospect Websites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FFFFFF"/>
                </a:solidFill>
              </a:defRPr>
            </a:pPr>
            <a:r>
              <a:t>TEAM NUMBER – 19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</a:defRPr>
            </a:pPr>
            <a:r>
              <a:t>1. O. Divya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</a:defRPr>
            </a:pPr>
            <a:r>
              <a:t>2. N. Lalitha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</a:defRPr>
            </a:pPr>
            <a:r>
              <a:t>3. N. SasiRupaka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</a:defRPr>
            </a:pPr>
            <a:r>
              <a:t>4. N. DhanaLakshmi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1. Aim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Develop an AI-powered system that analyzes a target company’s website, especially About and News pages.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Identify recent company achievements, announcements, products, awards, partnerships, or expansion.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Generate a personalized 1–2 sentence cold-email opening line for sales representatives.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Reduce manual company research and enable personalization at scale.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Base every generated line on actual website information rather than invented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2. Implementation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600200" cy="73152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Company List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03120" y="2011680"/>
            <a:ext cx="292608" cy="347472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23160" y="1828800"/>
            <a:ext cx="1600200" cy="73152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Website Crawl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2011680"/>
            <a:ext cx="292608" cy="347472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1600200" cy="73152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Data Extraction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3600" y="2011680"/>
            <a:ext cx="292608" cy="347472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1600200" cy="73152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AI Analysis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63840" y="2011680"/>
            <a:ext cx="292608" cy="347472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80" y="1828800"/>
            <a:ext cx="1600200" cy="73152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Icebreaker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84080" y="2011680"/>
            <a:ext cx="292608" cy="347472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04120" y="1828800"/>
            <a:ext cx="1600200" cy="731520"/>
          </a:xfrm>
          <a:prstGeom prst="roundRect">
            <a:avLst/>
          </a:prstGeom>
          <a:solidFill>
            <a:srgbClr val="E1F2E8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Input: company name, website URL, and prospect/sales representative details.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Website crawler locates About Us, News, Press, and Updates pages.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Relevant information is cleaned and passed to the AI.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AI identifies the most recent/relevant event and converts it into a natural icebreaker.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Result shows company name, recent update, source URL, and personalized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3. Implementation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234440"/>
            <a:ext cx="4709160" cy="438912"/>
          </a:xfrm>
          <a:prstGeom prst="roundRect">
            <a:avLst/>
          </a:prstGeom>
          <a:solidFill>
            <a:srgbClr val="142646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TARGET COMPANY LIST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25312" y="1673352"/>
            <a:ext cx="347472" cy="164592"/>
          </a:xfrm>
          <a:prstGeom prst="down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39" y="1783080"/>
            <a:ext cx="4709160" cy="438912"/>
          </a:xfrm>
          <a:prstGeom prst="roundRect">
            <a:avLst/>
          </a:prstGeom>
          <a:solidFill>
            <a:srgbClr val="2C64B4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COMPANY URLS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25312" y="2221991"/>
            <a:ext cx="347472" cy="164592"/>
          </a:xfrm>
          <a:prstGeom prst="down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39" y="2331720"/>
            <a:ext cx="4709160" cy="43891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646"/>
                </a:solidFill>
              </a:defRPr>
            </a:pPr>
            <a:r>
              <a:t>WEB CRAWLER</a:t>
            </a:r>
            <a:br/>
            <a:r>
              <a:t>Python + Requests / Playwright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25312" y="2770632"/>
            <a:ext cx="347472" cy="164592"/>
          </a:xfrm>
          <a:prstGeom prst="down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9039" y="2880360"/>
            <a:ext cx="4709160" cy="43891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646"/>
                </a:solidFill>
              </a:defRPr>
            </a:pPr>
            <a:r>
              <a:t>CONTENT EXTRACTION</a:t>
            </a:r>
            <a:br/>
            <a:r>
              <a:t>About + News Pages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25312" y="3319272"/>
            <a:ext cx="347472" cy="164592"/>
          </a:xfrm>
          <a:prstGeom prst="down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3429000"/>
            <a:ext cx="4709160" cy="43891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646"/>
                </a:solidFill>
              </a:defRPr>
            </a:pPr>
            <a:r>
              <a:t>DATA CLEANING</a:t>
            </a:r>
            <a:br/>
            <a:r>
              <a:t>Remove HTML / Noise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25312" y="3867912"/>
            <a:ext cx="347472" cy="164592"/>
          </a:xfrm>
          <a:prstGeom prst="down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39" y="3977639"/>
            <a:ext cx="4709160" cy="43891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646"/>
                </a:solidFill>
              </a:defRPr>
            </a:pPr>
            <a:r>
              <a:t>AI / LLM ANALYSIS</a:t>
            </a:r>
            <a:br/>
            <a:r>
              <a:t>Summarize + Identify Recent Win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25312" y="4416552"/>
            <a:ext cx="347472" cy="164592"/>
          </a:xfrm>
          <a:prstGeom prst="down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49039" y="4526280"/>
            <a:ext cx="4709160" cy="43891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ICEBREAKER GENERATOR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25312" y="4965192"/>
            <a:ext cx="347472" cy="164592"/>
          </a:xfrm>
          <a:prstGeom prst="down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49039" y="5074920"/>
            <a:ext cx="4709160" cy="438912"/>
          </a:xfrm>
          <a:prstGeom prst="roundRect">
            <a:avLst/>
          </a:prstGeom>
          <a:solidFill>
            <a:srgbClr val="E1F2E8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PERSONALIZED EMAIL LINE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25312" y="5513831"/>
            <a:ext cx="347472" cy="164592"/>
          </a:xfrm>
          <a:prstGeom prst="down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49039" y="5623560"/>
            <a:ext cx="4709160" cy="438912"/>
          </a:xfrm>
          <a:prstGeom prst="roundRect">
            <a:avLst/>
          </a:prstGeom>
          <a:solidFill>
            <a:srgbClr val="E1F2E8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SALES REPRESENTATIVE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Suggested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983480" cy="82296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Frontend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Streamlit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325880"/>
            <a:ext cx="4983480" cy="82296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Programming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4983480" cy="82296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Web Crawling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Requests / Playwright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468880"/>
            <a:ext cx="4983480" cy="82296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HTML Extraction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BeautifulSoup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4983480" cy="82296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AI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LLM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611880"/>
            <a:ext cx="4983480" cy="82296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Data Storage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CSV / SQLite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4983480" cy="82296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Output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Personalized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983480" cy="822960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Deployment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Streamlit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15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t>Human-review stage: sales representatives verify the generated information before sending.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t>This improves reliability and reduces the risk of inaccurate personalization.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4. Real-Time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Input Example: Company = ABC Technologies | Website = www.abctech.com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System visits the website and searches News / Press / Updates.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Detected update: ABC Technologies recently launched a new AI-powered logistics platform.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AI converts the verified update into a short, natural opening line: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“I noticed ABC Technologies recently launched its AI-powered logistics platform — exciting to see your team expanding into intelligent logistics.”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66360"/>
            <a:ext cx="10698480" cy="731520"/>
          </a:xfrm>
          <a:prstGeom prst="roundRect">
            <a:avLst/>
          </a:prstGeom>
          <a:solidFill>
            <a:srgbClr val="E1F2E8"/>
          </a:solidFill>
          <a:ln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825A"/>
                </a:solidFill>
              </a:defRPr>
            </a:pPr>
            <a:r>
              <a:t>Sales representative reviews the line and uses it as the cold-email opening.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Real-Time System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192024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Sales 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79" y="1371600"/>
            <a:ext cx="192024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Enter Company URL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371600"/>
            <a:ext cx="192024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Crawl Website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19" y="1371600"/>
            <a:ext cx="192024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Find About / News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371600"/>
            <a:ext cx="192024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Extract Latest Info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92024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AI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3337560"/>
            <a:ext cx="192024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Generate Icebreaker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3337560"/>
            <a:ext cx="1920240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Display 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19" y="3337560"/>
            <a:ext cx="1920240" cy="713232"/>
          </a:xfrm>
          <a:prstGeom prst="roundRect">
            <a:avLst/>
          </a:prstGeom>
          <a:solidFill>
            <a:srgbClr val="E1F2E8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Human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3337560"/>
            <a:ext cx="1920240" cy="713232"/>
          </a:xfrm>
          <a:prstGeom prst="roundRect">
            <a:avLst/>
          </a:prstGeom>
          <a:solidFill>
            <a:srgbClr val="E1F2E8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646"/>
                </a:solidFill>
              </a:defRPr>
            </a:pPr>
            <a:r>
              <a:t>Send Email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42032" y="1554480"/>
            <a:ext cx="274320" cy="274320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873752" y="1554480"/>
            <a:ext cx="274320" cy="274320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205471" y="1554480"/>
            <a:ext cx="274320" cy="274320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9537192" y="1554480"/>
            <a:ext cx="274320" cy="274320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2542032" y="3520439"/>
            <a:ext cx="274320" cy="274320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4873752" y="3520439"/>
            <a:ext cx="274320" cy="274320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205471" y="3520439"/>
            <a:ext cx="274320" cy="274320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9537192" y="3520439"/>
            <a:ext cx="274320" cy="274320"/>
          </a:xfrm>
          <a:prstGeom prst="rightArrow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Reliability &amp; Safe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If the website cannot be accessed, the system should not invent company information.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If no useful recent information is found, personalization can be skipped or replaced with a neutral fallback.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Generated content should always retain the source URL for verification.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Human review is recommended before the email is sent.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Key principle: personalize from verified website evidence, not assumptions.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5074920"/>
            <a:ext cx="10058400" cy="822960"/>
          </a:xfrm>
          <a:prstGeom prst="roundRect">
            <a:avLst/>
          </a:prstGeom>
          <a:solidFill>
            <a:srgbClr val="FFF5E1"/>
          </a:solidFill>
          <a:ln>
            <a:solidFill>
              <a:srgbClr val="E1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17D2D"/>
                </a:solidFill>
              </a:defRPr>
            </a:pPr>
            <a:r>
              <a:t>Verified information → AI personalization → Human review →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Expected System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743200" cy="749808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Company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1325880"/>
            <a:ext cx="7498079" cy="749808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32323"/>
                </a:solidFill>
              </a:defRPr>
            </a:pPr>
            <a:r>
              <a:t>ABC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39"/>
            <a:ext cx="2743200" cy="749808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Recent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377439"/>
            <a:ext cx="7498079" cy="749808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32323"/>
                </a:solidFill>
              </a:defRPr>
            </a:pPr>
            <a:r>
              <a:t>Launched an AI-powered logistics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2743200" cy="749808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Source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3429000"/>
            <a:ext cx="7498079" cy="749808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32323"/>
                </a:solidFill>
              </a:defRPr>
            </a:pPr>
            <a:r>
              <a:t>Company News / Press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59"/>
            <a:ext cx="2743200" cy="749808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Personalized Icebreaker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4480559"/>
            <a:ext cx="7498079" cy="749808"/>
          </a:xfrm>
          <a:prstGeom prst="roundRect">
            <a:avLst/>
          </a:prstGeom>
          <a:solidFill>
            <a:srgbClr val="EFF5FC"/>
          </a:solidFill>
          <a:ln>
            <a:solidFill>
              <a:srgbClr val="2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32323"/>
                </a:solidFill>
              </a:defRPr>
            </a:pPr>
            <a:r>
              <a:t>A short, natural opening based on the verified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“Our project automatically researches a prospect’s website and uses AI to convert recent company achievements into personalized cold-email opening lines, reducing manual research time and making sales outreach more relevant.”</a:t>
            </a:r>
          </a:p>
          <a:p>
            <a:pPr algn="ctr">
              <a:defRPr sz="2200" b="1">
                <a:solidFill>
                  <a:srgbClr val="BEDCFF"/>
                </a:solidFill>
              </a:defRPr>
            </a:pPr>
            <a:r>
              <a:t>TEAM NUMBER –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0060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O. Divya  |  N. Lalitha  |  N. SasiRupaka  |  N. DhanaLakshmi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